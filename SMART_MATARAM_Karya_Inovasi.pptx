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-1371600"/>
            <a:ext cx="4572000" cy="4572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3200400"/>
            <a:ext cx="3657600" cy="36576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914400" y="4572000"/>
            <a:ext cx="2743200" cy="2743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3200400" cy="411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4D40"/>
                </a:solidFill>
              </a:rPr>
              <a:t>KARYA INOVASI PLN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SMART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D600"/>
                </a:solidFill>
              </a:rPr>
              <a:t>MATARAM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2DFDB"/>
                </a:solidFill>
              </a:rPr>
              <a:t>Sistem Monitoring Aset dan Respon Terpadu Mataram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160520"/>
            <a:ext cx="5760720" cy="274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TIM INOVASI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Aruf Budiman  ·  TL OP UP3 Mataram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Lalu Indrawan Saputra  ·  TL Teknik ULP Ampenan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Imam Al Gazali  ·  TL Teknik ULP Tanjung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D7E"/>
                </a:solidFill>
              </a:rPr>
              <a:t>PLN UP3 Mataram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|  MASALAH &amp; KONDISI 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</a:rPr>
              <a:t>Tantangan yang dihadapi tim operasi PLN UP3 Mataram sebelum inovasi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76072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🔍  Inspeksi Tidak Termonitor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55648"/>
            <a:ext cx="5760720" cy="1901952"/>
          </a:xfrm>
          <a:prstGeom prst="rect">
            <a:avLst/>
          </a:prstGeom>
          <a:solidFill>
            <a:srgbClr val="FFEBEB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55412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→  Temuan dikirim via WhatsApp Group
→  Rawan hilang di antara pesan lain
→  Tidak ada tracking status pengerjaan
→  Tim sulit mencari temuan lama saat mau dikerjakan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76072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898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 Anomali Gardu Terlambat Dideteksi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55648"/>
            <a:ext cx="5760720" cy="1901952"/>
          </a:xfrm>
          <a:prstGeom prst="rect">
            <a:avLst/>
          </a:prstGeom>
          <a:solidFill>
            <a:srgbClr val="FFEBEB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28800"/>
            <a:ext cx="55412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→  Pengukuran gardu hanya terpantau setelah direkap ke AMG
→  Gardu overload &amp; suhu tinggi tidak terdeteksi secara real-time
→  Respon perbaikan terlambat, risiko kerusakan aset meningkat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76072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502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Tidak Ada Sistem Evaluasi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15968"/>
            <a:ext cx="5760720" cy="1901952"/>
          </a:xfrm>
          <a:prstGeom prst="rect">
            <a:avLst/>
          </a:prstGeom>
          <a:solidFill>
            <a:srgbClr val="FFEBEB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389120"/>
            <a:ext cx="55412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→  Tidak bisa memantau temuan mana yang sudah/belum dikerjakan
→  Tidak ada laporan progres ke atasan secara otomatis
→  Akuntabilitas tim eksekusi sulit diukur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76072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502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🔗  Data Terfragmentasi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315968"/>
            <a:ext cx="5760720" cy="1901952"/>
          </a:xfrm>
          <a:prstGeom prst="rect">
            <a:avLst/>
          </a:prstGeom>
          <a:solidFill>
            <a:srgbClr val="FFEBEB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389120"/>
            <a:ext cx="55412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→  Inspeksi jaringan, inspeksi pohon, dan pengukuran gardu di sistem terpisah
→  Tidak ada satu dashboard tunggal untuk semua informasi
→  UP3 tidak bisa memantau kondisi 4 ULP sekaligus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|  ANALISIS AKAR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</a:rPr>
              <a:t>Mengapa kondisi ini bisa terjadi?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11480" cy="100584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11155680" cy="10058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D40"/>
                </a:solidFill>
              </a:rPr>
              <a:t>Belum Ada Sistem Terintegrasi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Seluruh proses operasi — inspeksi, pengukuran gardu, monitoring gangguan — dilakukan secara manual dan tersebar di platform berbeda (WA, Excel, AMG) tanpa satu sumber data terpusat.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33472"/>
            <a:ext cx="411480" cy="100584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86207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33472"/>
            <a:ext cx="11155680" cy="10058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91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D40"/>
                </a:solidFill>
              </a:rPr>
              <a:t>Proses Manual &amp; Tidak Terstandar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17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Pelaporan bergantung pada inisiatif individu. Tidak ada workflow baku dari temuan → penugasan → eksekusi → verifikasi selesai, sehingga temuan mudah terlewat.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95344"/>
            <a:ext cx="411480" cy="100584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123944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95344"/>
            <a:ext cx="11155680" cy="10058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410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D40"/>
                </a:solidFill>
              </a:rPr>
              <a:t>Tidak Ada Notifikasi &amp; Alerting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939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Tidak ada sistem yang otomatis memberi tahu tim saat ada anomali gardu (overload/suhu tinggi) atau temuan inspeksi yang belum ditindak melebihi batas waktu.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57216"/>
            <a:ext cx="411480" cy="100584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385816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57216"/>
            <a:ext cx="11155680" cy="10058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02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D40"/>
                </a:solidFill>
              </a:rPr>
              <a:t>Keterbatasan Visibilitas UP3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4126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Manajer UP3 tidak dapat memantau kondisi seluruh 4 ULP secara bersamaan dalam satu dashboard. Evaluasi hanya bisa dilakukan melalui rapat atau laporan periodik.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|  IDE INOVASI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</a:rPr>
              <a:t>Satu platform digital untuk semua kebutuhan monitoring operasi distribusi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612880" cy="914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SMART MATARAM — Web App Monitoring Aset Terpadu Berbasis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87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🔍  Inspeksi Jaringan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52928"/>
            <a:ext cx="2834640" cy="318211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926080"/>
            <a:ext cx="26151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Input temuan langsung dari lapangan
●  Tracking status: Temuan → Ditugaskan → Selesai
●  Foto sebelum &amp; sesudah perbaikan
●  Filter per ULP, penyulang, tim eksekutor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46888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87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🌳  Inspeksi Pohon/ROW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852928"/>
            <a:ext cx="2834640" cy="318211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926080"/>
            <a:ext cx="26151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Monitoring pohon berbahaya di jalur penyulang
●  Urgency level: Normal, Urgent, Sangat Urgent
●  Ditugaskan ke tim PERABASAN
●  Peta interaktif lokasi temuan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487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 Pengukuran Gardu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52928"/>
            <a:ext cx="2834640" cy="318211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926080"/>
            <a:ext cx="26151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Dashboard beban gardu real-time
●  Alert otomatis: overload ≥80%, suhu &gt;60°C
●  Work Order PDF otomatis + tracking WO dikirim
●  Riwayat pengukuran per gardu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46888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487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Score Board &amp; Morning Brief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852928"/>
            <a:ext cx="2834640" cy="318211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2926080"/>
            <a:ext cx="26151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Lead Measures mingguan dengan tracking WIN/LOSE
●  Rekap gangguan penyulang (SAIDI/SAIFI)
●  Morning Brief otomatis ke Telegram jam 08.00 WITA
●  Mode presentasi seperti PowerPoint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|  IMPLEMENTASI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</a:rPr>
              <a:t>Bagaimana dan di mana SMART MATARAM diterapkan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🏗️  Teknologi yang Digunakan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55648"/>
            <a:ext cx="2834640" cy="46451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Next.js 16 (web framework modern)
●  Supabase (database cloud + autentikasi)
●  Google Sheets API (data gangguan existing)
●  Vercel (hosting, auto-deploy, cron job)
●  Telegram Bot API (notifikasi otomatis)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89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👥  Sistem Role &amp; Akses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755648"/>
            <a:ext cx="2834640" cy="46451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828800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UP3 — akses semua ULP, semua modul
●  Admin ULP — kelola data unit masing-masing
●  Inspektor — input temuan lapangan
●  HARJAR / HARGAR / PERABASAN — eksekusi temuan
●  YANGU / PDKB — task sesuai bidang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89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📍  Lokasi Penerapan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55648"/>
            <a:ext cx="2834640" cy="46451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828800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ULP Ampenan ✓
●  ULP Cakranegara ✓
●  ULP Gerung ✓
●  ULP Tanjung ✓
●  Seluruh ULP di bawah UP3 Mataram sudah aktif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89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⚙️  Proses Implementasi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755648"/>
            <a:ext cx="2834640" cy="46451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828800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Pengembangan iteratif — fitur aktif langsung dipakai
●  Training user per ULP
●  Telegram bot aktif kirim laporan tiap pagi
●  Integrasi data Google Sheets tanpa migrasi data besar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|  PERBANDINGAN 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</a:rPr>
              <a:t>Transformasi nyata dari kondisi lama ke kondisi baru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94960" cy="5029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9672" y="1371600"/>
            <a:ext cx="5394960" cy="50292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2286000"/>
            <a:ext cx="1216152" cy="3200400"/>
          </a:xfrm>
          <a:prstGeom prst="rect">
            <a:avLst/>
          </a:prstGeom>
          <a:solidFill>
            <a:srgbClr val="1B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SEBELUM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417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SESUDAH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74720"/>
            <a:ext cx="1216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600"/>
                </a:solidFill>
              </a:rPr>
              <a:t>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✗  Temuan inspeksi dikirim via WhatsApp Group
✗  Rawan hilang, tidak ada tracking
✗  Pengukuran gardu hanya terpantau setelah direkap ke AMG
✗  Anomali gardu (overload/suhu) diketahui terlambat
✗  Tidak ada laporan progres otomatis
✗  UP3 harus menunggu laporan manual dari ULP
✗  Work Order tulis tangan / Excel
✗  Data inspeksi, gardu, gangguan di platform terpisah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Temuan tercatat di database cloud, tidak hilang
✓  Tracking status real-time: Temuan → Proses → Selesai
✓  Dashboard gardu live, anomali muncul langsung
✓  Alert otomatis overload ≥80% &amp; suhu &gt;60°C
✓  Morning Brief otomatis ke Telegram jam 08.00 WITA
✓  UP3 pantau semua 4 ULP dari satu dashboard
✓  Work Order PDF otomatis, tracking WO terkirim
✓  Satu platform terintegrasi: inspeksi + gardu + gangguan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|  MANFAAT UTAMA &amp; DAMPAK NYATA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</a:rPr>
              <a:t>Hasil yang dirasakan langsung oleh tim operasi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14630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4D40"/>
                </a:solidFill>
              </a:rPr>
              <a:t>4 ULP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D7E"/>
                </a:solidFill>
              </a:rPr>
              <a:t>Unit aktif menggunakan SMART MATARAM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743200" cy="14630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63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4D40"/>
                </a:solidFill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057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D7E"/>
                </a:solidFill>
              </a:rPr>
              <a:t>Temuan inspeksi tercatat,
tidak ada yang hilang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743200" cy="14630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4D40"/>
                </a:solidFill>
              </a:rPr>
              <a:t>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57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D7E"/>
                </a:solidFill>
              </a:rPr>
              <a:t>Monitoring anomali gardu
overload &amp; suhu tinggi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371600"/>
            <a:ext cx="2743200" cy="14630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463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4D40"/>
                </a:solidFill>
              </a:rPr>
              <a:t>08.00 WITA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057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D7E"/>
                </a:solidFill>
              </a:rPr>
              <a:t>Morning Brief otomatis
terkirim ke Telegram tiap hari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3749039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3580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Manajemen Inspeksi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01568"/>
            <a:ext cx="3749039" cy="309067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474720"/>
            <a:ext cx="352958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Seluruh temuan dari semua tim (inspektor, mandorline, petugas) terpusat dalam satu sistem
●  Workflow baku: Temuan → Ditugaskan → Dalam Proses → Selesai
●  Foto dokumentasi sebelum &amp; sesudah terlampir di setiap temuan
●  Histori temuan mudah dicari kapan saja untuk evaluasi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017520"/>
            <a:ext cx="3749039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303580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 Monitoring Gardu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401568"/>
            <a:ext cx="3749039" cy="309067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3474720"/>
            <a:ext cx="352958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Alert otomatis gardu overload (beban ≥80%) dan suhu tinggi (&gt;60°C)
●  Work Order PDF dibuat otomatis, tidak perlu tulis tangan
●  Tracking WO sudah terkirim atau belum langsung dari aplikasi
●  Riwayat pengukuran per gardu tersimpan dan bisa dievaluasi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017520"/>
            <a:ext cx="3749039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03580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Pelaporan &amp; Evaluasi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401568"/>
            <a:ext cx="3749039" cy="309067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3474720"/>
            <a:ext cx="352958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Score Board Lead Measures dengan status WIN/LOSE tiap minggu
●  Rekap gangguan penyulang SAIDI &amp; SAIFI otomatis per bulan
●  Morning Brief harian ke Telegram: rangkuman kondisi semua ULP
●  Mode Presentasi langsung dari aplikasi untuk rapat manajemen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 |  DAMPAK TAMBAHAN (MULTIPLIER EFFECT)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</a:rPr>
              <a:t>Manfaat tidak langsung yang turut dirasakan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834640" cy="3840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🦺  Keselamatan Kerja (K3)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55648"/>
            <a:ext cx="2834640" cy="46451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Temuan berbahaya (pohon mau roboh, anomali gardu) tidak terlewat
●  Respon lebih cepat mengurangi risiko kecelakaan kerja
●  Foto lapangan terdokumentasi sebagai bukti kondisi K3
●  Pekerjaan berisiko termonitor melalui sistem, bukan asumsi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834640" cy="3840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89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🌟  Kualitas Pelayanan Pelanggan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755648"/>
            <a:ext cx="2834640" cy="46451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828800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Deteksi anomali gardu lebih cepat → gangguan lebih sedikit
●  Inspeksi pohon termonitor → risiko SAIDI/SAIFI dari pohon turun
●  Work Order lebih cepat terbit → respon perbaikan lebih singkat
●  Potensi penurunan durasi &amp; frekuensi gangguan penyulang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834640" cy="3840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89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💼  Budaya Kerja &amp; Akuntabilitas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55648"/>
            <a:ext cx="2834640" cy="46451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828800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Tim eksekutor tahu tugasnya dari sistem, bukan hanya WA
●  Progress pekerjaan tercatat dan bisa dievaluasi oleh atasan
●  Score Board membangun budaya target mingguan yang terukur
●  Morning Brief mendorong siklus evaluasi harian yang konsisten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834640" cy="3840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89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 Efisiensi Operasional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755648"/>
            <a:ext cx="2834640" cy="46451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828800"/>
            <a:ext cx="261518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Tidak perlu rekap manual dari berbagai sumber data
●  Laporan rapat langsung bisa ditampilkan dari aplikasi
●  UP3 hemat waktu koordinasi karena data sudah terpusat
●  Pengambilan keputusan berbasis data, bukan laporan lisan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 |  POTENSI REPLIKASI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</a:rPr>
              <a:t>Mengapa SMART MATARAM mudah diterapkan di unit 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612880" cy="7315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Dibangun di atas platform cloud — tidak butuh server fisik, tidak butuh anggaran besar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042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☁️  Berbasis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70048"/>
            <a:ext cx="2834640" cy="37307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743200"/>
            <a:ext cx="26151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Hosting di Vercel (gratis untuk Hobby plan)
●  Database Supabase cloud (PostgreSQL terkelola)
●  Tidak perlu server fisik atau IT infrastructure besar
●  Akses dari mana saja via browser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28600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3042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 Mudah Dikonfigurasi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670048"/>
            <a:ext cx="2834640" cy="37307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743200"/>
            <a:ext cx="26151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Sistem role &amp; unit mudah disesuaikan untuk UP3 manapun
●  Nama ULP, feeder, penyulang bisa dikonfigurasi
●  Google Sheets integration pakai spreadsheet existing
●  Tidak perlu migrasi data besar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3042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 Skalabilitas Tinggi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70048"/>
            <a:ext cx="2834640" cy="37307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743200"/>
            <a:ext cx="26151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Sudah berjalan di 4 ULP sekaligus dalam 1 sistem
●  Bisa diperluas ke seluruh UP3 se-NTB
●  Potensi dikembangkan untuk UP3 nasional
●  Arsitektur multi-tenant siap diperluas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286000"/>
            <a:ext cx="2834640" cy="38404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3042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🚀  Pengembangan Lanjutan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670048"/>
            <a:ext cx="2834640" cy="373075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2743200"/>
            <a:ext cx="26151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631"/>
                </a:solidFill>
              </a:rPr>
              <a:t>●  IoT sensor gardu untuk data otomatis tanpa input manual
●  AI prediksi anomali sebelum terjadi gangguan
●  Integrasi P2TL dan data pelanggan
●  Mobile app native (Android/iOS)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600"/>
                </a:solidFill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SMART MATARAM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2DFDB"/>
                </a:solidFill>
              </a:rPr>
              <a:t>Satu Platform. Empat ULP. Semua Termonitor.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103120"/>
            <a:ext cx="5760720" cy="274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Menyelesaikan masalah nyata yang dihadapi tim operasi setiap hari
✅  Sudah aktif digunakan oleh 4 ULP di bawah UP3 Mataram
✅  Dibangun dari kebutuhan lapangan, bukan teori
✅  Mudah direplikasi tanpa biaya infrastruktur besar
✅  Terus berkembang: Morning Brief, Score Board, Mode Presentasi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846320"/>
            <a:ext cx="11612880" cy="7315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🚀  Potensi ke Depan: IoT Sensor Gardu  ·  AI Prediksi Gangguan  ·  Integrasi P2TL  ·  Replikasi Nasional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D7E"/>
                </a:solidFill>
              </a:rPr>
              <a:t>Tim Inovasi: Aruf Budiman  ·  Lalu Indrawan Saputra  ·  Imam Al Gazali  |  PLN UP3 Mataram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